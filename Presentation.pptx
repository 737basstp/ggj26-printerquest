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987649A-C1DC-79EF-E724-EAACA8CD4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119D88B4-11C3-C912-6AD1-CEE0106D2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89DAF89-6B36-FB5F-14D7-544E51498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7661-9CD3-4106-A104-2C1F9732B1A6}" type="datetimeFigureOut">
              <a:rPr lang="nb-NO" smtClean="0"/>
              <a:t>01.02.2026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41D1DA0-73BD-0BB1-EF4E-EF3585A4F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9FA3CCD-A5B5-400A-1415-9A69E32A8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B6CE-B2BE-4619-A75E-A02A1AE436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97004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00B7A06-E9D5-F339-9B75-210819C86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74CD85B-3A89-CE22-748D-7897D0995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835F664-D7B3-62F4-08E2-761829C3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7661-9CD3-4106-A104-2C1F9732B1A6}" type="datetimeFigureOut">
              <a:rPr lang="nb-NO" smtClean="0"/>
              <a:t>01.02.2026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E30B8CE-5721-A981-F45F-8471878B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75465CD-0D02-A14C-0984-D78428DB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B6CE-B2BE-4619-A75E-A02A1AE436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03180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3FBD014-36C1-E834-A494-896C87881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6EB6C84B-07FE-C7A3-C19D-FF609F08D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1996BD9-023D-86E1-3809-520E95605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7661-9CD3-4106-A104-2C1F9732B1A6}" type="datetimeFigureOut">
              <a:rPr lang="nb-NO" smtClean="0"/>
              <a:t>01.02.2026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70258CB-6D9F-806D-2AEF-B889C572A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9431671-D3B0-8990-5CE2-6514660A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B6CE-B2BE-4619-A75E-A02A1AE436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22088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A1F817F-6425-7B1A-0ECB-C9FF8E77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0537F3D-9EF7-8D9D-6915-8693608517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355CDC4-A076-9BC0-AF88-BAE9B51BC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1DDBB186-9722-5AB3-EAF2-9821967A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7661-9CD3-4106-A104-2C1F9732B1A6}" type="datetimeFigureOut">
              <a:rPr lang="nb-NO" smtClean="0"/>
              <a:t>01.02.2026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E260C56-60A3-492D-F6ED-E1FBDBC8F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5E9E5957-6137-606F-DE9C-FB25D005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B6CE-B2BE-4619-A75E-A02A1AE436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11193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C70320B-20CF-E746-312B-6E608421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693A701E-BF59-7889-DD77-46B3C1612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7F56A68-0378-A70E-6CB2-D4C7FD252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0800E1BD-6A3B-7B64-39EC-16701060C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D8F26725-77A2-EBAD-B728-0294BCCCC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79FB0E80-94E4-0ECD-A972-4E4F45D0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7661-9CD3-4106-A104-2C1F9732B1A6}" type="datetimeFigureOut">
              <a:rPr lang="nb-NO" smtClean="0"/>
              <a:t>01.02.2026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AC63D1FA-ACC6-4D61-B664-C01AB6B7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2825CFED-C5EB-3609-0747-18A3D75B8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B6CE-B2BE-4619-A75E-A02A1AE436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2972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0D7DF0A-EED7-03C4-B8FA-928E45C1C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08EA262D-CC27-06BA-8BEC-50962CB4B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7661-9CD3-4106-A104-2C1F9732B1A6}" type="datetimeFigureOut">
              <a:rPr lang="nb-NO" smtClean="0"/>
              <a:t>01.02.2026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CC5975B0-674F-AA68-207F-B7F0E93F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7FD5CFE1-1E4F-51BC-E64D-7CAD07CC9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B6CE-B2BE-4619-A75E-A02A1AE436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45264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C0A966EE-8076-C21B-AD7C-1FF838F7F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7661-9CD3-4106-A104-2C1F9732B1A6}" type="datetimeFigureOut">
              <a:rPr lang="nb-NO" smtClean="0"/>
              <a:t>01.02.2026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0D880BC0-0631-E771-CBF6-80415785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0F33A06C-E728-BCAA-483D-3EBEC8F7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B6CE-B2BE-4619-A75E-A02A1AE436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2479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EFB5AA8-4D74-F65C-D43E-F7199CF6D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C2BC908-2686-E676-F73B-96D009009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8EB54A49-B0BA-191F-AFCE-5A3CC8866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247D1395-D9A7-C2F1-E6F3-A4427FCB1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7661-9CD3-4106-A104-2C1F9732B1A6}" type="datetimeFigureOut">
              <a:rPr lang="nb-NO" smtClean="0"/>
              <a:t>01.02.2026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17C7859-AFB2-F74F-67A8-5B892DE4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AA917F4-E83F-00AD-7099-5B7A25531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B6CE-B2BE-4619-A75E-A02A1AE436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54924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FB6C6DD-FEBF-16B3-6DCB-1D3919F0A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A0D7C3C2-2B95-2D8C-94C6-73254555D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6FB24038-6306-3E43-E4FD-40678DF8F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D1F326E-88AD-D8B7-D529-194D489DB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7661-9CD3-4106-A104-2C1F9732B1A6}" type="datetimeFigureOut">
              <a:rPr lang="nb-NO" smtClean="0"/>
              <a:t>01.02.2026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6FB7B5A-FF35-3BA9-6592-D8DA7110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CF8DF289-F730-774E-3A5F-8AA82F0D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B6CE-B2BE-4619-A75E-A02A1AE436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5109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A0DF54D-AB41-23CB-DF81-65EA1BEFE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6659E8D2-91BF-5B21-B94A-95FEAFB43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66844B5-6C0D-2EDE-6E8B-ABD7AAA5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7661-9CD3-4106-A104-2C1F9732B1A6}" type="datetimeFigureOut">
              <a:rPr lang="nb-NO" smtClean="0"/>
              <a:t>01.02.2026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DD5C0A5-E306-CB15-E26E-E73A8938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A70BCD0-00A7-1AD5-28E1-B995944A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B6CE-B2BE-4619-A75E-A02A1AE436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1255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45132989-559E-E6EE-659B-21DCD99281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F93860BF-8CED-6610-7D9E-65FE5C9CD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17ED1D1-E169-21CB-406C-64399197B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7661-9CD3-4106-A104-2C1F9732B1A6}" type="datetimeFigureOut">
              <a:rPr lang="nb-NO" smtClean="0"/>
              <a:t>01.02.2026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DB292A2-6142-079A-DB7A-D27D6864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DBBA4E2-6181-519F-90EB-A4102448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4B6CE-B2BE-4619-A75E-A02A1AE436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5635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5FDABF70-946A-22F3-AA66-6291ADCD9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DB083DA-000B-824B-F9DA-8C23D0E56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3CB31E7-0622-7C5E-7BCD-248EF343BC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97661-9CD3-4106-A104-2C1F9732B1A6}" type="datetimeFigureOut">
              <a:rPr lang="nb-NO" smtClean="0"/>
              <a:t>01.02.2026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D3A27EF-F36D-C4C3-AD42-907E2CEAD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200EF12-2FF9-FE79-BC9C-3F5A39E11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84B6CE-B2BE-4619-A75E-A02A1AE4366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1179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E565026-6B72-8E00-0FB6-1436C1ECE4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GGJ26-Game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1DC714E-2652-E4AF-5A98-96114DB8CA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nb-NO" dirty="0"/>
              <a:t>Thomas Pedersen</a:t>
            </a:r>
          </a:p>
          <a:p>
            <a:r>
              <a:rPr lang="nb-NO" dirty="0"/>
              <a:t>GGJ26: «Mask» @ Tromsø, Norway</a:t>
            </a:r>
          </a:p>
        </p:txBody>
      </p:sp>
    </p:spTree>
    <p:extLst>
      <p:ext uri="{BB962C8B-B14F-4D97-AF65-F5344CB8AC3E}">
        <p14:creationId xmlns:p14="http://schemas.microsoft.com/office/powerpoint/2010/main" val="598367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E60B8FB-B5CF-D1F6-B593-36EDA9DB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Printing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3E4145C-FD61-DC02-65A8-6D3210578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Windows:</a:t>
            </a:r>
          </a:p>
          <a:p>
            <a:endParaRPr lang="nb-NO" dirty="0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43146975-F836-60A1-0185-1424FC248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192357"/>
              </p:ext>
            </p:extLst>
          </p:nvPr>
        </p:nvGraphicFramePr>
        <p:xfrm>
          <a:off x="2690368" y="2081110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14757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#include &lt;</a:t>
                      </a:r>
                      <a:r>
                        <a:rPr lang="nb-NO" dirty="0" err="1"/>
                        <a:t>windows.h</a:t>
                      </a:r>
                      <a:r>
                        <a:rPr lang="nb-NO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302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#include &lt;</a:t>
                      </a:r>
                      <a:r>
                        <a:rPr lang="nb-NO" dirty="0" err="1"/>
                        <a:t>winspool.h</a:t>
                      </a:r>
                      <a:r>
                        <a:rPr lang="nb-NO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098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776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2836F-E869-2958-80D6-72EBAF393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EEB9403-160D-5164-A9D3-43D95BEDA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Scanning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F2FC3A2-4FB8-3844-D575-0BC478558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Windows:</a:t>
            </a:r>
          </a:p>
          <a:p>
            <a:pPr marL="0" indent="0">
              <a:buNone/>
            </a:pPr>
            <a:r>
              <a:rPr lang="nb-NO" dirty="0"/>
              <a:t>WIA </a:t>
            </a:r>
            <a:r>
              <a:rPr lang="nb-NO" dirty="0" err="1"/>
              <a:t>vs</a:t>
            </a:r>
            <a:r>
              <a:rPr lang="nb-NO" dirty="0"/>
              <a:t> TWAIN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39420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075DD-6D31-7A54-D8EE-357F98E1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5950CE5-8F98-047F-B847-BBDEB5225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 </a:t>
            </a:r>
          </a:p>
        </p:txBody>
      </p:sp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2581D5CF-C935-8565-081A-2A856974E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260" y="1104184"/>
            <a:ext cx="4207482" cy="4207482"/>
          </a:xfrm>
          <a:scene3d>
            <a:camera prst="perspectiveHeroicExtremeLeftFacing" fov="7200000">
              <a:rot lat="752868" lon="2693278" rev="20364364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4147953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F28EC11-D29D-7A1D-3754-28C0A673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 </a:t>
            </a:r>
          </a:p>
        </p:txBody>
      </p:sp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7B517552-1400-0E6F-9FF5-907BD198F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130" y="2651909"/>
            <a:ext cx="3811555" cy="3696053"/>
          </a:xfrm>
          <a:scene3d>
            <a:camera prst="isometricTopUp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295908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37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Office-tema</vt:lpstr>
      <vt:lpstr>GGJ26-Game</vt:lpstr>
      <vt:lpstr>Printing</vt:lpstr>
      <vt:lpstr>Scanning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Pedersen</dc:creator>
  <cp:lastModifiedBy>Thomas Pedersen</cp:lastModifiedBy>
  <cp:revision>5</cp:revision>
  <dcterms:created xsi:type="dcterms:W3CDTF">2026-01-31T10:17:25Z</dcterms:created>
  <dcterms:modified xsi:type="dcterms:W3CDTF">2026-02-01T13:08:00Z</dcterms:modified>
</cp:coreProperties>
</file>